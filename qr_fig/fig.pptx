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3" r:id="rId6"/>
    <p:sldId id="262" r:id="rId7"/>
    <p:sldId id="261" r:id="rId8"/>
    <p:sldId id="264" r:id="rId9"/>
    <p:sldId id="265" r:id="rId10"/>
    <p:sldId id="260" r:id="rId11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13"/>
    <p:restoredTop sz="94716"/>
  </p:normalViewPr>
  <p:slideViewPr>
    <p:cSldViewPr snapToGrid="0">
      <p:cViewPr varScale="1">
        <p:scale>
          <a:sx n="81" d="100"/>
          <a:sy n="81" d="100"/>
        </p:scale>
        <p:origin x="184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3B1E8-DEB3-BA22-BE2F-80F5796D4F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21D232-C709-37B2-509B-BE1B888D60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2C3628-FDFC-08B4-1BB7-E0D5CD7AD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A9736-8A4E-8B43-AFF9-471AFB62F90C}" type="datetimeFigureOut">
              <a:rPr lang="en-CN" smtClean="0"/>
              <a:t>2026/4/29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0ABAA5-D1F8-E2BF-E27D-3B14F89348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29867A-0184-0525-F902-AB3E0E161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0B66B-7970-1B4B-A3CB-B7F4820456F8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5261209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C08FA-3E5B-ABF8-02D0-67D996A39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7AD50B-09CA-C6CC-01D9-58C47E521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703ACC-E95A-2561-3DDA-EDF855506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A9736-8A4E-8B43-AFF9-471AFB62F90C}" type="datetimeFigureOut">
              <a:rPr lang="en-CN" smtClean="0"/>
              <a:t>2026/4/29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01325E-62D5-5A6D-B2BA-97F477EE76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1B52FE-636B-FAC9-7E19-D3571A99E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0B66B-7970-1B4B-A3CB-B7F4820456F8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399175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03B9A-9890-B650-CCC7-517F5B9910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BAE632-E2B6-4319-A94C-A2DF838B12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B4E147-F13E-4FC9-4583-44310C354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A9736-8A4E-8B43-AFF9-471AFB62F90C}" type="datetimeFigureOut">
              <a:rPr lang="en-CN" smtClean="0"/>
              <a:t>2026/4/29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CC86B8-9A34-31E0-F46F-ED8288BBF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AB27DD-6B60-463C-8E58-C85A95856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0B66B-7970-1B4B-A3CB-B7F4820456F8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0660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9C053-3F26-55E8-E551-4B0F0AB62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64BAD-5465-03A9-FC8D-008783020D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18EB9F-6ADE-4C73-1348-22F58D21EF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3AE283-414B-DEE2-9066-5E6ACF59B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A9736-8A4E-8B43-AFF9-471AFB62F90C}" type="datetimeFigureOut">
              <a:rPr lang="en-CN" smtClean="0"/>
              <a:t>2026/4/29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96DD72-8944-9A1A-E53E-D7E59538E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E58D02-A67A-FFBE-62A6-2B177C001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0B66B-7970-1B4B-A3CB-B7F4820456F8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6359519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64720-CA61-E84E-BAF7-CBD38C6A3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FD4634-6848-3FA4-6BB0-660F62CD34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FFFDCE-606F-464D-764B-8361822035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EA5525-9BF0-765B-D657-D99CBAC6B9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176795-93DE-7634-4BBA-A544C610E9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5E4B52-82EC-EC29-6D0A-5D875EFEB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A9736-8A4E-8B43-AFF9-471AFB62F90C}" type="datetimeFigureOut">
              <a:rPr lang="en-CN" smtClean="0"/>
              <a:t>2026/4/29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502D961-6907-78C6-A8C9-6529DC600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F9F93B-D4A7-2AEC-AF1B-D27A7646E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0B66B-7970-1B4B-A3CB-B7F4820456F8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0008141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5E23A1-DE82-7F22-9687-1C046C079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9BF9D4-9240-6BD4-20F6-13CDB2D6A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A9736-8A4E-8B43-AFF9-471AFB62F90C}" type="datetimeFigureOut">
              <a:rPr lang="en-CN" smtClean="0"/>
              <a:t>2026/4/29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1CD358-9646-7836-1A67-3D60C706C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8189A2-D726-A9CE-C5AE-7FE12B99E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0B66B-7970-1B4B-A3CB-B7F4820456F8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42722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D82F9D-772B-D2D6-BD6D-0B61FBA1B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A9736-8A4E-8B43-AFF9-471AFB62F90C}" type="datetimeFigureOut">
              <a:rPr lang="en-CN" smtClean="0"/>
              <a:t>2026/4/29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395FC8-5891-D445-1CA4-A9B3BCC9D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CBC77E-32FC-6E37-7C9F-50F90742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0B66B-7970-1B4B-A3CB-B7F4820456F8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413132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C60D0-5648-F5F9-414C-E58BB6AFD8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91FC4-5CD2-D0C3-141C-959C45B874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14FAAC-E203-8DA2-C433-35382A6541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D9685A-8FFD-7967-1239-9AEE15823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A9736-8A4E-8B43-AFF9-471AFB62F90C}" type="datetimeFigureOut">
              <a:rPr lang="en-CN" smtClean="0"/>
              <a:t>2026/4/29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CF599E-50C8-FD02-1576-3FE7BD282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B0C7DA-D3AB-540A-DFE7-E92D9E539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0B66B-7970-1B4B-A3CB-B7F4820456F8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5537219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3226D-9211-A51F-6E08-167CD4B76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256CD9-B2C6-0E0F-AC01-08D5E62DBA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137FF1-F6A3-B54A-78DD-E32764257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8CC48-8ED0-07C3-77BA-96E55AAE7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A9736-8A4E-8B43-AFF9-471AFB62F90C}" type="datetimeFigureOut">
              <a:rPr lang="en-CN" smtClean="0"/>
              <a:t>2026/4/29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042700-B087-209D-EEC5-72B7C02D1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8D77CA-C4A9-D23B-ECB4-5B5BB583D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0B66B-7970-1B4B-A3CB-B7F4820456F8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742881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212DA-767C-B229-B27D-C941CCB3F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5389CE-83B1-2E3A-846F-8B9D26392E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A9173F-DECD-93F4-9C19-944B106E3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A9736-8A4E-8B43-AFF9-471AFB62F90C}" type="datetimeFigureOut">
              <a:rPr lang="en-CN" smtClean="0"/>
              <a:t>2026/4/29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A86CD6-A310-F099-82CA-A216C113F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3195B0-C5F3-8C13-37EA-DB1A653CF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0B66B-7970-1B4B-A3CB-B7F4820456F8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2403019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2E3781B-9EB0-F926-31A0-1675194A0D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358A79-09E4-6B0F-FCF8-78F0FCDC91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59E550-A3BB-A5CA-0B0B-D8F6C0DF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A9736-8A4E-8B43-AFF9-471AFB62F90C}" type="datetimeFigureOut">
              <a:rPr lang="en-CN" smtClean="0"/>
              <a:t>2026/4/29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67C1AF-8F49-FB01-FA40-7BCEE208E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EDCA5E-CBC8-44C5-378D-0E6BF21B5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0B66B-7970-1B4B-A3CB-B7F4820456F8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5595085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E47646-A668-6E7E-30D2-F23868268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C1BA1A-3D56-51C5-BB48-C98D27435C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FB6568-49D7-8129-0B57-A4C8CDA58A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FA9736-8A4E-8B43-AFF9-471AFB62F90C}" type="datetimeFigureOut">
              <a:rPr lang="en-CN" smtClean="0"/>
              <a:t>2026/4/29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669633-0C87-2903-45D2-158F742D62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96C077-3858-D7D4-C912-5C7D997014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F0B66B-7970-1B4B-A3CB-B7F4820456F8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505794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80AAA7B-DEAF-B3DA-8F75-34F1350AA2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0" y="2159000"/>
            <a:ext cx="2540000" cy="2540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36A51C8-C789-910D-206C-17D477C78E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4852285" y="2257089"/>
            <a:ext cx="1001971" cy="80579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5ED9494-5F70-7D24-CEDD-A484236A43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6337746" y="2257088"/>
            <a:ext cx="1001971" cy="805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458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生成的二维码">
            <a:extLst>
              <a:ext uri="{FF2B5EF4-FFF2-40B4-BE49-F238E27FC236}">
                <a16:creationId xmlns:a16="http://schemas.microsoft.com/office/drawing/2014/main" id="{0D6169D9-2C4D-7F9F-0459-B833DFDF79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000" y="479097"/>
            <a:ext cx="5080000" cy="5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7E597CB-AAB8-3326-8A31-F73D4D821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3454840" y="2861007"/>
            <a:ext cx="4699003" cy="2364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0B14A5B-F793-FBA7-B02E-10FCCB999A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-1012059" y="2861006"/>
            <a:ext cx="4699003" cy="236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3317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生成的二维码">
            <a:extLst>
              <a:ext uri="{FF2B5EF4-FFF2-40B4-BE49-F238E27FC236}">
                <a16:creationId xmlns:a16="http://schemas.microsoft.com/office/drawing/2014/main" id="{5DB9ADC2-1C34-830F-1765-8F2E6FBF82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1435" y="636752"/>
            <a:ext cx="5080000" cy="5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6B9EBC7-A2B6-9EEA-1536-F7CC338EA6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-428736" y="3058512"/>
            <a:ext cx="4699003" cy="2364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A3258AD-C62F-8724-9EAF-040E2E8D93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4250121" y="3041438"/>
            <a:ext cx="4699003" cy="236480"/>
          </a:xfrm>
          <a:prstGeom prst="rect">
            <a:avLst/>
          </a:prstGeom>
        </p:spPr>
      </p:pic>
      <p:pic>
        <p:nvPicPr>
          <p:cNvPr id="3076" name="Picture 4" descr="生成的二维码">
            <a:extLst>
              <a:ext uri="{FF2B5EF4-FFF2-40B4-BE49-F238E27FC236}">
                <a16:creationId xmlns:a16="http://schemas.microsoft.com/office/drawing/2014/main" id="{3D990F5C-CA28-19CF-E7AF-55CAD3DD48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8953" y="636752"/>
            <a:ext cx="5080000" cy="5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20645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生成的二维码">
            <a:extLst>
              <a:ext uri="{FF2B5EF4-FFF2-40B4-BE49-F238E27FC236}">
                <a16:creationId xmlns:a16="http://schemas.microsoft.com/office/drawing/2014/main" id="{3204204C-1461-FA92-3B7F-FDC108AB5A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0551" y="668283"/>
            <a:ext cx="5080000" cy="5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生成的二维码">
            <a:extLst>
              <a:ext uri="{FF2B5EF4-FFF2-40B4-BE49-F238E27FC236}">
                <a16:creationId xmlns:a16="http://schemas.microsoft.com/office/drawing/2014/main" id="{D1D74960-4AF7-A899-F9A5-D194FC0D50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904" y="668283"/>
            <a:ext cx="5080000" cy="5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66637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2EA1F48-2485-8EF1-FF3C-E9BBBE3B1E4E}"/>
              </a:ext>
            </a:extLst>
          </p:cNvPr>
          <p:cNvSpPr txBox="1"/>
          <p:nvPr/>
        </p:nvSpPr>
        <p:spPr>
          <a:xfrm>
            <a:off x="10862441" y="3153103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V15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65629EC4-900C-31A6-50A4-3E8051D3CB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0"/>
            <a:ext cx="6858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57322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8FAF02F-61E3-1540-D857-C84393C3D180}"/>
              </a:ext>
            </a:extLst>
          </p:cNvPr>
          <p:cNvSpPr txBox="1"/>
          <p:nvPr/>
        </p:nvSpPr>
        <p:spPr>
          <a:xfrm>
            <a:off x="9853448" y="3058510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V20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0E49BF7-E342-DCD3-A633-E30D821BA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0"/>
            <a:ext cx="6858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020666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>
            <a:extLst>
              <a:ext uri="{FF2B5EF4-FFF2-40B4-BE49-F238E27FC236}">
                <a16:creationId xmlns:a16="http://schemas.microsoft.com/office/drawing/2014/main" id="{07887D4C-1040-D2AD-1588-3D581335BA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0"/>
            <a:ext cx="6858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B4F5F1A-98DD-AE48-CA34-5E2192FE539F}"/>
              </a:ext>
            </a:extLst>
          </p:cNvPr>
          <p:cNvSpPr txBox="1"/>
          <p:nvPr/>
        </p:nvSpPr>
        <p:spPr>
          <a:xfrm>
            <a:off x="10247586" y="3673366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V30</a:t>
            </a:r>
          </a:p>
        </p:txBody>
      </p:sp>
    </p:spTree>
    <p:extLst>
      <p:ext uri="{BB962C8B-B14F-4D97-AF65-F5344CB8AC3E}">
        <p14:creationId xmlns:p14="http://schemas.microsoft.com/office/powerpoint/2010/main" val="34556024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>
            <a:extLst>
              <a:ext uri="{FF2B5EF4-FFF2-40B4-BE49-F238E27FC236}">
                <a16:creationId xmlns:a16="http://schemas.microsoft.com/office/drawing/2014/main" id="{A1250E49-91CD-039E-ECA3-D916A58F4A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0"/>
            <a:ext cx="6858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3760FDB-C43E-4EEA-3396-C4ECE85B7827}"/>
              </a:ext>
            </a:extLst>
          </p:cNvPr>
          <p:cNvSpPr txBox="1"/>
          <p:nvPr/>
        </p:nvSpPr>
        <p:spPr>
          <a:xfrm>
            <a:off x="10531366" y="3216166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V35</a:t>
            </a:r>
          </a:p>
        </p:txBody>
      </p:sp>
    </p:spTree>
    <p:extLst>
      <p:ext uri="{BB962C8B-B14F-4D97-AF65-F5344CB8AC3E}">
        <p14:creationId xmlns:p14="http://schemas.microsoft.com/office/powerpoint/2010/main" val="30083605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61A6EC4-EE14-DCBC-E912-D11E6B619D64}"/>
              </a:ext>
            </a:extLst>
          </p:cNvPr>
          <p:cNvSpPr txBox="1"/>
          <p:nvPr/>
        </p:nvSpPr>
        <p:spPr>
          <a:xfrm>
            <a:off x="10625959" y="4067503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/>
              <a:t>V38</a:t>
            </a:r>
          </a:p>
        </p:txBody>
      </p:sp>
    </p:spTree>
    <p:extLst>
      <p:ext uri="{BB962C8B-B14F-4D97-AF65-F5344CB8AC3E}">
        <p14:creationId xmlns:p14="http://schemas.microsoft.com/office/powerpoint/2010/main" val="40616200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>
            <a:extLst>
              <a:ext uri="{FF2B5EF4-FFF2-40B4-BE49-F238E27FC236}">
                <a16:creationId xmlns:a16="http://schemas.microsoft.com/office/drawing/2014/main" id="{FB47D948-0380-CE29-5086-59425B71D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0"/>
            <a:ext cx="6858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194280D-0896-CAA3-300B-8921A0A99DAB}"/>
              </a:ext>
            </a:extLst>
          </p:cNvPr>
          <p:cNvSpPr txBox="1"/>
          <p:nvPr/>
        </p:nvSpPr>
        <p:spPr>
          <a:xfrm>
            <a:off x="11225048" y="3846786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V40</a:t>
            </a:r>
          </a:p>
        </p:txBody>
      </p:sp>
    </p:spTree>
    <p:extLst>
      <p:ext uri="{BB962C8B-B14F-4D97-AF65-F5344CB8AC3E}">
        <p14:creationId xmlns:p14="http://schemas.microsoft.com/office/powerpoint/2010/main" val="3815407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10176</TotalTime>
  <Words>6</Words>
  <Application>Microsoft Macintosh PowerPoint</Application>
  <PresentationFormat>Widescreen</PresentationFormat>
  <Paragraphs>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xing jyue</dc:creator>
  <cp:lastModifiedBy>xing jyue</cp:lastModifiedBy>
  <cp:revision>6</cp:revision>
  <dcterms:created xsi:type="dcterms:W3CDTF">2026-04-29T13:13:29Z</dcterms:created>
  <dcterms:modified xsi:type="dcterms:W3CDTF">2026-05-06T14:50:23Z</dcterms:modified>
</cp:coreProperties>
</file>