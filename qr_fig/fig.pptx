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3"/>
    <p:restoredTop sz="96157"/>
  </p:normalViewPr>
  <p:slideViewPr>
    <p:cSldViewPr snapToGrid="0">
      <p:cViewPr varScale="1">
        <p:scale>
          <a:sx n="122" d="100"/>
          <a:sy n="122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B1E8-DEB3-BA22-BE2F-80F5796D4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21D232-C709-37B2-509B-BE1B888D6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C3628-FDFC-08B4-1BB7-E0D5CD7A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ABAA5-D1F8-E2BF-E27D-3B14F893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9867A-0184-0525-F902-AB3E0E16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612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08FA-3E5B-ABF8-02D0-67D996A3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AD50B-09CA-C6CC-01D9-58C47E521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03ACC-E95A-2561-3DDA-EDF85550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1325E-62D5-5A6D-B2BA-97F477EE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B52FE-636B-FAC9-7E19-D3571A99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991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3B9A-9890-B650-CCC7-517F5B99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AE632-E2B6-4319-A94C-A2DF838B1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4E147-F13E-4FC9-4583-44310C35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C86B8-9A34-31E0-F46F-ED8288BB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27DD-6B60-463C-8E58-C85A9585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660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C053-3F26-55E8-E551-4B0F0AB6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64BAD-5465-03A9-FC8D-008783020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8EB9F-6ADE-4C73-1348-22F58D21E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AE283-414B-DEE2-9066-5E6ACF59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6DD72-8944-9A1A-E53E-D7E59538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58D02-A67A-FFBE-62A6-2B177C001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595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4720-CA61-E84E-BAF7-CBD38C6A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D4634-6848-3FA4-6BB0-660F62CD3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FFDCE-606F-464D-764B-83618220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A5525-9BF0-765B-D657-D99CBAC6B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76795-93DE-7634-4BBA-A544C610E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E4B52-82EC-EC29-6D0A-5D875EFE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2D961-6907-78C6-A8C9-6529DC60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9F93B-D4A7-2AEC-AF1B-D27A7646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081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23A1-DE82-7F22-9687-1C046C07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9BF9D4-9240-6BD4-20F6-13CDB2D6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CD358-9646-7836-1A67-3D60C706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189A2-D726-A9CE-C5AE-7FE12B99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272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82F9D-772B-D2D6-BD6D-0B61FBA1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95FC8-5891-D445-1CA4-A9B3BCC9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BC77E-32FC-6E37-7C9F-50F90742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313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60D0-5648-F5F9-414C-E58BB6AF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1FC4-5CD2-D0C3-141C-959C45B87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4FAAC-E203-8DA2-C433-35382A654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9685A-8FFD-7967-1239-9AEE1582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F599E-50C8-FD02-1576-3FE7BD28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0C7DA-D3AB-540A-DFE7-E92D9E53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372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226D-9211-A51F-6E08-167CD4B7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56CD9-B2C6-0E0F-AC01-08D5E62DB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37FF1-F6A3-B54A-78DD-E32764257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CC48-8ED0-07C3-77BA-96E55AAE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42700-B087-209D-EEC5-72B7C02D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D77CA-C4A9-D23B-ECB4-5B5BB583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7428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12DA-767C-B229-B27D-C941CCB3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389CE-83B1-2E3A-846F-8B9D26392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173F-DECD-93F4-9C19-944B106E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86CD6-A310-F099-82CA-A216C113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195B0-C5F3-8C13-37EA-DB1A653C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4030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3781B-9EB0-F926-31A0-1675194A0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58A79-09E4-6B0F-FCF8-78F0FCDC9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9E550-A3BB-A5CA-0B0B-D8F6C0DF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7C1AF-8F49-FB01-FA40-7BCEE208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CA5E-CBC8-44C5-378D-0E6BF21B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9508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47646-A668-6E7E-30D2-F2386826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1BA1A-3D56-51C5-BB48-C98D2743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6568-49D7-8129-0B57-A4C8CDA58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9736-8A4E-8B43-AFF9-471AFB62F90C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69633-0C87-2903-45D2-158F742D6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6C077-3858-D7D4-C912-5C7D99701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0B66B-7970-1B4B-A3CB-B7F4820456F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579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0AAA7B-DEAF-B3DA-8F75-34F1350A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78436">
            <a:off x="2744952" y="1728075"/>
            <a:ext cx="2540000" cy="25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6A51C8-C789-910D-206C-17D477C78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4782180">
            <a:off x="1949659" y="3310518"/>
            <a:ext cx="2258492" cy="2645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3087F7-609B-52DA-FD73-57DB295DC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2" y="1085228"/>
            <a:ext cx="2540000" cy="254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859872-A46B-559B-D36B-3BA2E7713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107431" y="1140427"/>
            <a:ext cx="1001971" cy="8057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3D64AA-4AA1-3A9E-F23C-5760F0408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459133" y="1183317"/>
            <a:ext cx="1001971" cy="8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5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生成的二维码">
            <a:extLst>
              <a:ext uri="{FF2B5EF4-FFF2-40B4-BE49-F238E27FC236}">
                <a16:creationId xmlns:a16="http://schemas.microsoft.com/office/drawing/2014/main" id="{0D6169D9-2C4D-7F9F-0459-B833DFDF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479097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E597CB-AAB8-3326-8A31-F73D4D821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54840" y="2861007"/>
            <a:ext cx="4699003" cy="236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14A5B-F793-FBA7-B02E-10FCCB999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12059" y="2861006"/>
            <a:ext cx="4699003" cy="23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3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生成的二维码">
            <a:extLst>
              <a:ext uri="{FF2B5EF4-FFF2-40B4-BE49-F238E27FC236}">
                <a16:creationId xmlns:a16="http://schemas.microsoft.com/office/drawing/2014/main" id="{5DB9ADC2-1C34-830F-1765-8F2E6FBF8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435" y="636752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B9EBC7-A2B6-9EEA-1536-F7CC338EA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428736" y="3058512"/>
            <a:ext cx="4699003" cy="236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258AD-C62F-8724-9EAF-040E2E8D9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50121" y="3041438"/>
            <a:ext cx="4699003" cy="236480"/>
          </a:xfrm>
          <a:prstGeom prst="rect">
            <a:avLst/>
          </a:prstGeom>
        </p:spPr>
      </p:pic>
      <p:pic>
        <p:nvPicPr>
          <p:cNvPr id="3076" name="Picture 4" descr="生成的二维码">
            <a:extLst>
              <a:ext uri="{FF2B5EF4-FFF2-40B4-BE49-F238E27FC236}">
                <a16:creationId xmlns:a16="http://schemas.microsoft.com/office/drawing/2014/main" id="{3D990F5C-CA28-19CF-E7AF-55CAD3DD4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953" y="636752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06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生成的二维码">
            <a:extLst>
              <a:ext uri="{FF2B5EF4-FFF2-40B4-BE49-F238E27FC236}">
                <a16:creationId xmlns:a16="http://schemas.microsoft.com/office/drawing/2014/main" id="{3204204C-1461-FA92-3B7F-FDC108AB5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51" y="668283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生成的二维码">
            <a:extLst>
              <a:ext uri="{FF2B5EF4-FFF2-40B4-BE49-F238E27FC236}">
                <a16:creationId xmlns:a16="http://schemas.microsoft.com/office/drawing/2014/main" id="{D1D74960-4AF7-A899-F9A5-D194FC0D5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904" y="668283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66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EA1F48-2485-8EF1-FF3C-E9BBBE3B1E4E}"/>
              </a:ext>
            </a:extLst>
          </p:cNvPr>
          <p:cNvSpPr txBox="1"/>
          <p:nvPr/>
        </p:nvSpPr>
        <p:spPr>
          <a:xfrm>
            <a:off x="10862441" y="3153103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V15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5629EC4-900C-31A6-50A4-3E8051D3C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73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AF02F-61E3-1540-D857-C84393C3D180}"/>
              </a:ext>
            </a:extLst>
          </p:cNvPr>
          <p:cNvSpPr txBox="1"/>
          <p:nvPr/>
        </p:nvSpPr>
        <p:spPr>
          <a:xfrm>
            <a:off x="9853448" y="305851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V20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0E49BF7-E342-DCD3-A633-E30D821BA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06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7887D4C-1040-D2AD-1588-3D581335B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4F5F1A-98DD-AE48-CA34-5E2192FE539F}"/>
              </a:ext>
            </a:extLst>
          </p:cNvPr>
          <p:cNvSpPr txBox="1"/>
          <p:nvPr/>
        </p:nvSpPr>
        <p:spPr>
          <a:xfrm>
            <a:off x="10247586" y="367336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V30</a:t>
            </a:r>
          </a:p>
        </p:txBody>
      </p:sp>
    </p:spTree>
    <p:extLst>
      <p:ext uri="{BB962C8B-B14F-4D97-AF65-F5344CB8AC3E}">
        <p14:creationId xmlns:p14="http://schemas.microsoft.com/office/powerpoint/2010/main" val="345560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A1250E49-91CD-039E-ECA3-D916A58F4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760FDB-C43E-4EEA-3396-C4ECE85B7827}"/>
              </a:ext>
            </a:extLst>
          </p:cNvPr>
          <p:cNvSpPr txBox="1"/>
          <p:nvPr/>
        </p:nvSpPr>
        <p:spPr>
          <a:xfrm>
            <a:off x="10531366" y="321616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V35</a:t>
            </a:r>
          </a:p>
        </p:txBody>
      </p:sp>
    </p:spTree>
    <p:extLst>
      <p:ext uri="{BB962C8B-B14F-4D97-AF65-F5344CB8AC3E}">
        <p14:creationId xmlns:p14="http://schemas.microsoft.com/office/powerpoint/2010/main" val="300836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1A6EC4-EE14-DCBC-E912-D11E6B619D64}"/>
              </a:ext>
            </a:extLst>
          </p:cNvPr>
          <p:cNvSpPr txBox="1"/>
          <p:nvPr/>
        </p:nvSpPr>
        <p:spPr>
          <a:xfrm>
            <a:off x="10625959" y="4067503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/>
              <a:t>V38</a:t>
            </a:r>
          </a:p>
        </p:txBody>
      </p:sp>
    </p:spTree>
    <p:extLst>
      <p:ext uri="{BB962C8B-B14F-4D97-AF65-F5344CB8AC3E}">
        <p14:creationId xmlns:p14="http://schemas.microsoft.com/office/powerpoint/2010/main" val="406162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B47D948-0380-CE29-5086-59425B71D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94280D-0896-CAA3-300B-8921A0A99DAB}"/>
              </a:ext>
            </a:extLst>
          </p:cNvPr>
          <p:cNvSpPr txBox="1"/>
          <p:nvPr/>
        </p:nvSpPr>
        <p:spPr>
          <a:xfrm>
            <a:off x="11225048" y="3846786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V40</a:t>
            </a:r>
          </a:p>
        </p:txBody>
      </p:sp>
    </p:spTree>
    <p:extLst>
      <p:ext uri="{BB962C8B-B14F-4D97-AF65-F5344CB8AC3E}">
        <p14:creationId xmlns:p14="http://schemas.microsoft.com/office/powerpoint/2010/main" val="38154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10358</TotalTime>
  <Words>6</Words>
  <Application>Microsoft Macintosh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 jyue</dc:creator>
  <cp:lastModifiedBy>xing jyue</cp:lastModifiedBy>
  <cp:revision>7</cp:revision>
  <dcterms:created xsi:type="dcterms:W3CDTF">2026-04-29T13:13:29Z</dcterms:created>
  <dcterms:modified xsi:type="dcterms:W3CDTF">2026-06-01T15:40:25Z</dcterms:modified>
</cp:coreProperties>
</file>